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906621-E66D-4CB3-9CBA-39DF9C321F91}" v="29" dt="2026-08-11T21:22:15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206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Moreira" userId="89a7a41d-884e-43a8-997a-1b16820e3dfb" providerId="ADAL" clId="{DC538B31-CBDE-4F8B-A416-53AEEC09C1DA}"/>
    <pc:docChg chg="undo custSel addSld modSld">
      <pc:chgData name="José Moreira" userId="89a7a41d-884e-43a8-997a-1b16820e3dfb" providerId="ADAL" clId="{DC538B31-CBDE-4F8B-A416-53AEEC09C1DA}" dt="2026-08-11T21:22:15.100" v="629" actId="164"/>
      <pc:docMkLst>
        <pc:docMk/>
      </pc:docMkLst>
      <pc:sldChg chg="addSp delSp modSp new mod">
        <pc:chgData name="José Moreira" userId="89a7a41d-884e-43a8-997a-1b16820e3dfb" providerId="ADAL" clId="{DC538B31-CBDE-4F8B-A416-53AEEC09C1DA}" dt="2026-08-11T18:40:14.114" v="359" actId="14100"/>
        <pc:sldMkLst>
          <pc:docMk/>
          <pc:sldMk cId="2728372819" sldId="258"/>
        </pc:sldMkLst>
        <pc:spChg chg="add mod topLvl">
          <ac:chgData name="José Moreira" userId="89a7a41d-884e-43a8-997a-1b16820e3dfb" providerId="ADAL" clId="{DC538B31-CBDE-4F8B-A416-53AEEC09C1DA}" dt="2026-08-11T18:39:34.407" v="332" actId="164"/>
          <ac:spMkLst>
            <pc:docMk/>
            <pc:sldMk cId="2728372819" sldId="258"/>
            <ac:spMk id="2" creationId="{8FE8A459-629C-5C42-794D-C33FA5BE0B2F}"/>
          </ac:spMkLst>
        </pc:spChg>
        <pc:spChg chg="add mod topLvl">
          <ac:chgData name="José Moreira" userId="89a7a41d-884e-43a8-997a-1b16820e3dfb" providerId="ADAL" clId="{DC538B31-CBDE-4F8B-A416-53AEEC09C1DA}" dt="2026-08-11T18:39:34.407" v="332" actId="164"/>
          <ac:spMkLst>
            <pc:docMk/>
            <pc:sldMk cId="2728372819" sldId="258"/>
            <ac:spMk id="3" creationId="{EFF3596A-7C0B-6ECC-0456-A7476DDB4B18}"/>
          </ac:spMkLst>
        </pc:spChg>
        <pc:spChg chg="add del mod">
          <ac:chgData name="José Moreira" userId="89a7a41d-884e-43a8-997a-1b16820e3dfb" providerId="ADAL" clId="{DC538B31-CBDE-4F8B-A416-53AEEC09C1DA}" dt="2026-08-11T18:26:26.848" v="136" actId="478"/>
          <ac:spMkLst>
            <pc:docMk/>
            <pc:sldMk cId="2728372819" sldId="258"/>
            <ac:spMk id="4" creationId="{418CB1C7-D4AC-A72B-0D65-761210E4DD2F}"/>
          </ac:spMkLst>
        </pc:spChg>
        <pc:spChg chg="add mod topLvl">
          <ac:chgData name="José Moreira" userId="89a7a41d-884e-43a8-997a-1b16820e3dfb" providerId="ADAL" clId="{DC538B31-CBDE-4F8B-A416-53AEEC09C1DA}" dt="2026-08-11T18:39:34.407" v="332" actId="164"/>
          <ac:spMkLst>
            <pc:docMk/>
            <pc:sldMk cId="2728372819" sldId="258"/>
            <ac:spMk id="5" creationId="{D09B7EEA-0434-078D-6DD1-677FACD6CD90}"/>
          </ac:spMkLst>
        </pc:spChg>
        <pc:spChg chg="add mod topLvl">
          <ac:chgData name="José Moreira" userId="89a7a41d-884e-43a8-997a-1b16820e3dfb" providerId="ADAL" clId="{DC538B31-CBDE-4F8B-A416-53AEEC09C1DA}" dt="2026-08-11T18:39:34.407" v="332" actId="164"/>
          <ac:spMkLst>
            <pc:docMk/>
            <pc:sldMk cId="2728372819" sldId="258"/>
            <ac:spMk id="6" creationId="{6086E727-08A9-FC8A-62BD-C957814A1722}"/>
          </ac:spMkLst>
        </pc:spChg>
        <pc:spChg chg="add mod topLvl">
          <ac:chgData name="José Moreira" userId="89a7a41d-884e-43a8-997a-1b16820e3dfb" providerId="ADAL" clId="{DC538B31-CBDE-4F8B-A416-53AEEC09C1DA}" dt="2026-08-11T18:39:34.407" v="332" actId="164"/>
          <ac:spMkLst>
            <pc:docMk/>
            <pc:sldMk cId="2728372819" sldId="258"/>
            <ac:spMk id="7" creationId="{83CA3E96-D832-E9A9-73F3-20A97057C6BF}"/>
          </ac:spMkLst>
        </pc:spChg>
        <pc:spChg chg="add mod topLvl">
          <ac:chgData name="José Moreira" userId="89a7a41d-884e-43a8-997a-1b16820e3dfb" providerId="ADAL" clId="{DC538B31-CBDE-4F8B-A416-53AEEC09C1DA}" dt="2026-08-11T18:39:56.285" v="334" actId="14100"/>
          <ac:spMkLst>
            <pc:docMk/>
            <pc:sldMk cId="2728372819" sldId="258"/>
            <ac:spMk id="8" creationId="{CE123D29-640B-36FC-128E-52551CC28E31}"/>
          </ac:spMkLst>
        </pc:spChg>
        <pc:spChg chg="add mod topLvl">
          <ac:chgData name="José Moreira" userId="89a7a41d-884e-43a8-997a-1b16820e3dfb" providerId="ADAL" clId="{DC538B31-CBDE-4F8B-A416-53AEEC09C1DA}" dt="2026-08-11T18:39:34.407" v="332" actId="164"/>
          <ac:spMkLst>
            <pc:docMk/>
            <pc:sldMk cId="2728372819" sldId="258"/>
            <ac:spMk id="9" creationId="{091BE13B-A2FC-081D-1183-826ABE1DD20F}"/>
          </ac:spMkLst>
        </pc:spChg>
        <pc:spChg chg="add mod">
          <ac:chgData name="José Moreira" userId="89a7a41d-884e-43a8-997a-1b16820e3dfb" providerId="ADAL" clId="{DC538B31-CBDE-4F8B-A416-53AEEC09C1DA}" dt="2026-08-11T18:39:34.407" v="332" actId="164"/>
          <ac:spMkLst>
            <pc:docMk/>
            <pc:sldMk cId="2728372819" sldId="258"/>
            <ac:spMk id="30" creationId="{CD27BFC1-DD19-0FB3-3737-D48FA1F5ED22}"/>
          </ac:spMkLst>
        </pc:spChg>
        <pc:grpChg chg="add mod topLvl">
          <ac:chgData name="José Moreira" userId="89a7a41d-884e-43a8-997a-1b16820e3dfb" providerId="ADAL" clId="{DC538B31-CBDE-4F8B-A416-53AEEC09C1DA}" dt="2026-08-11T18:39:34.407" v="332" actId="164"/>
          <ac:grpSpMkLst>
            <pc:docMk/>
            <pc:sldMk cId="2728372819" sldId="258"/>
            <ac:grpSpMk id="23" creationId="{D5DF6244-D710-C480-0319-4F7F987289DE}"/>
          </ac:grpSpMkLst>
        </pc:grpChg>
        <pc:grpChg chg="add mod topLvl">
          <ac:chgData name="José Moreira" userId="89a7a41d-884e-43a8-997a-1b16820e3dfb" providerId="ADAL" clId="{DC538B31-CBDE-4F8B-A416-53AEEC09C1DA}" dt="2026-08-11T18:38:28.644" v="330" actId="1076"/>
          <ac:grpSpMkLst>
            <pc:docMk/>
            <pc:sldMk cId="2728372819" sldId="258"/>
            <ac:grpSpMk id="24" creationId="{041EEDE4-8A40-A40F-7F6F-585202FD6DAE}"/>
          </ac:grpSpMkLst>
        </pc:grpChg>
        <pc:grpChg chg="add del mod">
          <ac:chgData name="José Moreira" userId="89a7a41d-884e-43a8-997a-1b16820e3dfb" providerId="ADAL" clId="{DC538B31-CBDE-4F8B-A416-53AEEC09C1DA}" dt="2026-08-11T18:35:33.145" v="272" actId="165"/>
          <ac:grpSpMkLst>
            <pc:docMk/>
            <pc:sldMk cId="2728372819" sldId="258"/>
            <ac:grpSpMk id="29" creationId="{35AF88F6-EC2C-961E-FED9-62C18808070C}"/>
          </ac:grpSpMkLst>
        </pc:grpChg>
        <pc:grpChg chg="add mod">
          <ac:chgData name="José Moreira" userId="89a7a41d-884e-43a8-997a-1b16820e3dfb" providerId="ADAL" clId="{DC538B31-CBDE-4F8B-A416-53AEEC09C1DA}" dt="2026-08-11T18:39:41.322" v="333" actId="1076"/>
          <ac:grpSpMkLst>
            <pc:docMk/>
            <pc:sldMk cId="2728372819" sldId="258"/>
            <ac:grpSpMk id="34" creationId="{5C780A4C-A961-51CA-62BB-DC38C52AC854}"/>
          </ac:grpSpMkLst>
        </pc:grpChg>
        <pc:cxnChg chg="add mod">
          <ac:chgData name="José Moreira" userId="89a7a41d-884e-43a8-997a-1b16820e3dfb" providerId="ADAL" clId="{DC538B31-CBDE-4F8B-A416-53AEEC09C1DA}" dt="2026-08-11T18:38:28.644" v="330" actId="1076"/>
          <ac:cxnSpMkLst>
            <pc:docMk/>
            <pc:sldMk cId="2728372819" sldId="258"/>
            <ac:cxnSpMk id="11" creationId="{BA62030C-7607-4521-07B8-0AEBE8085E7F}"/>
          </ac:cxnSpMkLst>
        </pc:cxnChg>
        <pc:cxnChg chg="add mod">
          <ac:chgData name="José Moreira" userId="89a7a41d-884e-43a8-997a-1b16820e3dfb" providerId="ADAL" clId="{DC538B31-CBDE-4F8B-A416-53AEEC09C1DA}" dt="2026-08-11T18:33:41.719" v="267" actId="1076"/>
          <ac:cxnSpMkLst>
            <pc:docMk/>
            <pc:sldMk cId="2728372819" sldId="258"/>
            <ac:cxnSpMk id="12" creationId="{A65B3ABC-6460-23DA-DBE5-74E3AEE47738}"/>
          </ac:cxnSpMkLst>
        </pc:cxnChg>
        <pc:cxnChg chg="add mod">
          <ac:chgData name="José Moreira" userId="89a7a41d-884e-43a8-997a-1b16820e3dfb" providerId="ADAL" clId="{DC538B31-CBDE-4F8B-A416-53AEEC09C1DA}" dt="2026-08-11T18:33:41.719" v="267" actId="1076"/>
          <ac:cxnSpMkLst>
            <pc:docMk/>
            <pc:sldMk cId="2728372819" sldId="258"/>
            <ac:cxnSpMk id="14" creationId="{7102EFF0-D76A-E9C5-F9F8-D7E95C06257A}"/>
          </ac:cxnSpMkLst>
        </pc:cxnChg>
        <pc:cxnChg chg="add mod">
          <ac:chgData name="José Moreira" userId="89a7a41d-884e-43a8-997a-1b16820e3dfb" providerId="ADAL" clId="{DC538B31-CBDE-4F8B-A416-53AEEC09C1DA}" dt="2026-08-11T18:33:33.034" v="264" actId="164"/>
          <ac:cxnSpMkLst>
            <pc:docMk/>
            <pc:sldMk cId="2728372819" sldId="258"/>
            <ac:cxnSpMk id="17" creationId="{4C987F3C-CB2D-CC5D-E9D3-08C2ACB36F7D}"/>
          </ac:cxnSpMkLst>
        </pc:cxnChg>
        <pc:cxnChg chg="add mod">
          <ac:chgData name="José Moreira" userId="89a7a41d-884e-43a8-997a-1b16820e3dfb" providerId="ADAL" clId="{DC538B31-CBDE-4F8B-A416-53AEEC09C1DA}" dt="2026-08-11T18:33:33.034" v="264" actId="164"/>
          <ac:cxnSpMkLst>
            <pc:docMk/>
            <pc:sldMk cId="2728372819" sldId="258"/>
            <ac:cxnSpMk id="18" creationId="{9AE2C2F6-F416-9741-5863-F969FC09629B}"/>
          </ac:cxnSpMkLst>
        </pc:cxnChg>
        <pc:cxnChg chg="add mod">
          <ac:chgData name="José Moreira" userId="89a7a41d-884e-43a8-997a-1b16820e3dfb" providerId="ADAL" clId="{DC538B31-CBDE-4F8B-A416-53AEEC09C1DA}" dt="2026-08-11T18:33:33.034" v="264" actId="164"/>
          <ac:cxnSpMkLst>
            <pc:docMk/>
            <pc:sldMk cId="2728372819" sldId="258"/>
            <ac:cxnSpMk id="19" creationId="{3C820F8F-650D-875E-18E7-EDDF38763320}"/>
          </ac:cxnSpMkLst>
        </pc:cxnChg>
        <pc:cxnChg chg="mod">
          <ac:chgData name="José Moreira" userId="89a7a41d-884e-43a8-997a-1b16820e3dfb" providerId="ADAL" clId="{DC538B31-CBDE-4F8B-A416-53AEEC09C1DA}" dt="2026-08-11T18:40:07.282" v="358" actId="1037"/>
          <ac:cxnSpMkLst>
            <pc:docMk/>
            <pc:sldMk cId="2728372819" sldId="258"/>
            <ac:cxnSpMk id="25" creationId="{169D8414-6671-2EF6-BBC0-35D2BFAC4A2A}"/>
          </ac:cxnSpMkLst>
        </pc:cxnChg>
        <pc:cxnChg chg="mod">
          <ac:chgData name="José Moreira" userId="89a7a41d-884e-43a8-997a-1b16820e3dfb" providerId="ADAL" clId="{DC538B31-CBDE-4F8B-A416-53AEEC09C1DA}" dt="2026-08-11T18:33:37.049" v="265"/>
          <ac:cxnSpMkLst>
            <pc:docMk/>
            <pc:sldMk cId="2728372819" sldId="258"/>
            <ac:cxnSpMk id="26" creationId="{486150CD-F99A-BB62-148A-45FCFF940650}"/>
          </ac:cxnSpMkLst>
        </pc:cxnChg>
        <pc:cxnChg chg="mod">
          <ac:chgData name="José Moreira" userId="89a7a41d-884e-43a8-997a-1b16820e3dfb" providerId="ADAL" clId="{DC538B31-CBDE-4F8B-A416-53AEEC09C1DA}" dt="2026-08-11T18:40:14.114" v="359" actId="14100"/>
          <ac:cxnSpMkLst>
            <pc:docMk/>
            <pc:sldMk cId="2728372819" sldId="258"/>
            <ac:cxnSpMk id="27" creationId="{6AF0D247-642D-E38E-E3CC-B06470A83494}"/>
          </ac:cxnSpMkLst>
        </pc:cxnChg>
        <pc:cxnChg chg="mod">
          <ac:chgData name="José Moreira" userId="89a7a41d-884e-43a8-997a-1b16820e3dfb" providerId="ADAL" clId="{DC538B31-CBDE-4F8B-A416-53AEEC09C1DA}" dt="2026-08-11T18:33:37.049" v="265"/>
          <ac:cxnSpMkLst>
            <pc:docMk/>
            <pc:sldMk cId="2728372819" sldId="258"/>
            <ac:cxnSpMk id="28" creationId="{F0EB3A55-6E83-8173-6D95-A1B8FABD40F4}"/>
          </ac:cxnSpMkLst>
        </pc:cxnChg>
        <pc:cxnChg chg="add mod">
          <ac:chgData name="José Moreira" userId="89a7a41d-884e-43a8-997a-1b16820e3dfb" providerId="ADAL" clId="{DC538B31-CBDE-4F8B-A416-53AEEC09C1DA}" dt="2026-08-11T18:36:14.035" v="276" actId="1076"/>
          <ac:cxnSpMkLst>
            <pc:docMk/>
            <pc:sldMk cId="2728372819" sldId="258"/>
            <ac:cxnSpMk id="31" creationId="{F4E26DC7-11D8-5BFE-BD3E-12DF703BCDDD}"/>
          </ac:cxnSpMkLst>
        </pc:cxnChg>
      </pc:sldChg>
      <pc:sldChg chg="addSp delSp modSp add mod">
        <pc:chgData name="José Moreira" userId="89a7a41d-884e-43a8-997a-1b16820e3dfb" providerId="ADAL" clId="{DC538B31-CBDE-4F8B-A416-53AEEC09C1DA}" dt="2026-08-11T18:55:19.644" v="485" actId="1036"/>
        <pc:sldMkLst>
          <pc:docMk/>
          <pc:sldMk cId="1544498562" sldId="259"/>
        </pc:sldMkLst>
        <pc:spChg chg="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2" creationId="{4EAB7D39-964A-1455-EFF8-06BB7FCBDA45}"/>
          </ac:spMkLst>
        </pc:spChg>
        <pc:spChg chg="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3" creationId="{E3B559BA-5870-29C9-2BF0-E690AC823EE0}"/>
          </ac:spMkLst>
        </pc:spChg>
        <pc:spChg chg="mod">
          <ac:chgData name="José Moreira" userId="89a7a41d-884e-43a8-997a-1b16820e3dfb" providerId="ADAL" clId="{DC538B31-CBDE-4F8B-A416-53AEEC09C1DA}" dt="2026-08-11T18:52:38.302" v="472" actId="14100"/>
          <ac:spMkLst>
            <pc:docMk/>
            <pc:sldMk cId="1544498562" sldId="259"/>
            <ac:spMk id="5" creationId="{E80F2BE0-EB30-D423-9198-AA2021FB72BF}"/>
          </ac:spMkLst>
        </pc:spChg>
        <pc:spChg chg="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6" creationId="{54D2FAA4-2DC9-D5F5-F9D9-B43502FA4307}"/>
          </ac:spMkLst>
        </pc:spChg>
        <pc:spChg chg="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7" creationId="{08CF3EA4-1ACE-54B9-2EF5-8510E997256A}"/>
          </ac:spMkLst>
        </pc:spChg>
        <pc:spChg chg="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8" creationId="{D3A2CC1E-9AD3-A1F7-1200-04C97EBDBFEB}"/>
          </ac:spMkLst>
        </pc:spChg>
        <pc:spChg chg="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9" creationId="{EAD33521-8AAE-4B7D-1C54-0ED2995DD331}"/>
          </ac:spMkLst>
        </pc:spChg>
        <pc:spChg chg="add del mod">
          <ac:chgData name="José Moreira" userId="89a7a41d-884e-43a8-997a-1b16820e3dfb" providerId="ADAL" clId="{DC538B31-CBDE-4F8B-A416-53AEEC09C1DA}" dt="2026-08-11T18:52:15.466" v="469" actId="478"/>
          <ac:spMkLst>
            <pc:docMk/>
            <pc:sldMk cId="1544498562" sldId="259"/>
            <ac:spMk id="13" creationId="{E5A07ED5-B766-70D4-B105-E04D728E7B73}"/>
          </ac:spMkLst>
        </pc:spChg>
        <pc:spChg chg="add 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15" creationId="{77CE5E0A-F48E-A30F-8B05-A8D872C3467D}"/>
          </ac:spMkLst>
        </pc:spChg>
        <pc:spChg chg="add mod">
          <ac:chgData name="José Moreira" userId="89a7a41d-884e-43a8-997a-1b16820e3dfb" providerId="ADAL" clId="{DC538B31-CBDE-4F8B-A416-53AEEC09C1DA}" dt="2026-08-11T18:55:19.644" v="485" actId="1036"/>
          <ac:spMkLst>
            <pc:docMk/>
            <pc:sldMk cId="1544498562" sldId="259"/>
            <ac:spMk id="16" creationId="{ACA2C579-A062-8F2A-1C44-B607AACEF2E9}"/>
          </ac:spMkLst>
        </pc:spChg>
        <pc:spChg chg="add 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20" creationId="{B0483FC0-AC76-CEA8-DE61-1F22B6D58590}"/>
          </ac:spMkLst>
        </pc:spChg>
        <pc:spChg chg="mod">
          <ac:chgData name="José Moreira" userId="89a7a41d-884e-43a8-997a-1b16820e3dfb" providerId="ADAL" clId="{DC538B31-CBDE-4F8B-A416-53AEEC09C1DA}" dt="2026-08-11T18:53:59.712" v="481" actId="164"/>
          <ac:spMkLst>
            <pc:docMk/>
            <pc:sldMk cId="1544498562" sldId="259"/>
            <ac:spMk id="30" creationId="{44B8DBF4-AE08-6202-C7BC-CED1EEDD0506}"/>
          </ac:spMkLst>
        </pc:spChg>
        <pc:grpChg chg="mod">
          <ac:chgData name="José Moreira" userId="89a7a41d-884e-43a8-997a-1b16820e3dfb" providerId="ADAL" clId="{DC538B31-CBDE-4F8B-A416-53AEEC09C1DA}" dt="2026-08-11T18:53:01.769" v="475" actId="1076"/>
          <ac:grpSpMkLst>
            <pc:docMk/>
            <pc:sldMk cId="1544498562" sldId="259"/>
            <ac:grpSpMk id="24" creationId="{CE9AEF57-5555-D507-7A62-893A48B974B7}"/>
          </ac:grpSpMkLst>
        </pc:grpChg>
        <pc:grpChg chg="mod">
          <ac:chgData name="José Moreira" userId="89a7a41d-884e-43a8-997a-1b16820e3dfb" providerId="ADAL" clId="{DC538B31-CBDE-4F8B-A416-53AEEC09C1DA}" dt="2026-08-11T18:54:54.940" v="482" actId="1076"/>
          <ac:grpSpMkLst>
            <pc:docMk/>
            <pc:sldMk cId="1544498562" sldId="259"/>
            <ac:grpSpMk id="32" creationId="{954D1D7E-5066-6D8F-AD27-880E7866EF25}"/>
          </ac:grpSpMkLst>
        </pc:grpChg>
        <pc:cxnChg chg="mod">
          <ac:chgData name="José Moreira" userId="89a7a41d-884e-43a8-997a-1b16820e3dfb" providerId="ADAL" clId="{DC538B31-CBDE-4F8B-A416-53AEEC09C1DA}" dt="2026-08-11T18:53:01.769" v="475" actId="1076"/>
          <ac:cxnSpMkLst>
            <pc:docMk/>
            <pc:sldMk cId="1544498562" sldId="259"/>
            <ac:cxnSpMk id="11" creationId="{EF92F302-EFBA-D6BF-6F20-A3604ECA4E82}"/>
          </ac:cxnSpMkLst>
        </pc:cxnChg>
        <pc:cxnChg chg="mod">
          <ac:chgData name="José Moreira" userId="89a7a41d-884e-43a8-997a-1b16820e3dfb" providerId="ADAL" clId="{DC538B31-CBDE-4F8B-A416-53AEEC09C1DA}" dt="2026-08-11T18:52:49.865" v="474" actId="14100"/>
          <ac:cxnSpMkLst>
            <pc:docMk/>
            <pc:sldMk cId="1544498562" sldId="259"/>
            <ac:cxnSpMk id="12" creationId="{261EB20B-342F-4B13-0453-DEEE57843732}"/>
          </ac:cxnSpMkLst>
        </pc:cxnChg>
        <pc:cxnChg chg="mod">
          <ac:chgData name="José Moreira" userId="89a7a41d-884e-43a8-997a-1b16820e3dfb" providerId="ADAL" clId="{DC538B31-CBDE-4F8B-A416-53AEEC09C1DA}" dt="2026-08-11T18:52:38.302" v="472" actId="14100"/>
          <ac:cxnSpMkLst>
            <pc:docMk/>
            <pc:sldMk cId="1544498562" sldId="259"/>
            <ac:cxnSpMk id="14" creationId="{AAA5E75C-AA29-6772-278A-E18147900EFE}"/>
          </ac:cxnSpMkLst>
        </pc:cxnChg>
        <pc:cxnChg chg="mod">
          <ac:chgData name="José Moreira" userId="89a7a41d-884e-43a8-997a-1b16820e3dfb" providerId="ADAL" clId="{DC538B31-CBDE-4F8B-A416-53AEEC09C1DA}" dt="2026-08-11T18:40:43.951" v="376" actId="1037"/>
          <ac:cxnSpMkLst>
            <pc:docMk/>
            <pc:sldMk cId="1544498562" sldId="259"/>
            <ac:cxnSpMk id="25" creationId="{C50A4CBE-0934-474F-CE8E-CC5D7905AD92}"/>
          </ac:cxnSpMkLst>
        </pc:cxnChg>
        <pc:cxnChg chg="mod">
          <ac:chgData name="José Moreira" userId="89a7a41d-884e-43a8-997a-1b16820e3dfb" providerId="ADAL" clId="{DC538B31-CBDE-4F8B-A416-53AEEC09C1DA}" dt="2026-08-11T18:40:50.469" v="377" actId="14100"/>
          <ac:cxnSpMkLst>
            <pc:docMk/>
            <pc:sldMk cId="1544498562" sldId="259"/>
            <ac:cxnSpMk id="27" creationId="{915F994C-8241-0AC7-1E45-3A1F20A6EFFE}"/>
          </ac:cxnSpMkLst>
        </pc:cxnChg>
        <pc:cxnChg chg="mod">
          <ac:chgData name="José Moreira" userId="89a7a41d-884e-43a8-997a-1b16820e3dfb" providerId="ADAL" clId="{DC538B31-CBDE-4F8B-A416-53AEEC09C1DA}" dt="2026-08-11T18:52:44.530" v="473" actId="14100"/>
          <ac:cxnSpMkLst>
            <pc:docMk/>
            <pc:sldMk cId="1544498562" sldId="259"/>
            <ac:cxnSpMk id="31" creationId="{93576BBE-5B04-F3DB-9189-D15264F918F3}"/>
          </ac:cxnSpMkLst>
        </pc:cxnChg>
      </pc:sldChg>
      <pc:sldChg chg="addSp delSp modSp new mod setBg">
        <pc:chgData name="José Moreira" userId="89a7a41d-884e-43a8-997a-1b16820e3dfb" providerId="ADAL" clId="{DC538B31-CBDE-4F8B-A416-53AEEC09C1DA}" dt="2026-08-11T21:22:15.100" v="629" actId="164"/>
        <pc:sldMkLst>
          <pc:docMk/>
          <pc:sldMk cId="1676960890" sldId="260"/>
        </pc:sldMkLst>
        <pc:spChg chg="add mod">
          <ac:chgData name="José Moreira" userId="89a7a41d-884e-43a8-997a-1b16820e3dfb" providerId="ADAL" clId="{DC538B31-CBDE-4F8B-A416-53AEEC09C1DA}" dt="2026-08-11T21:22:15.100" v="629" actId="164"/>
          <ac:spMkLst>
            <pc:docMk/>
            <pc:sldMk cId="1676960890" sldId="260"/>
            <ac:spMk id="4" creationId="{BD4507A6-3487-563C-A391-EABB3267B46D}"/>
          </ac:spMkLst>
        </pc:spChg>
        <pc:spChg chg="add mod ord">
          <ac:chgData name="José Moreira" userId="89a7a41d-884e-43a8-997a-1b16820e3dfb" providerId="ADAL" clId="{DC538B31-CBDE-4F8B-A416-53AEEC09C1DA}" dt="2026-08-11T21:22:15.100" v="629" actId="164"/>
          <ac:spMkLst>
            <pc:docMk/>
            <pc:sldMk cId="1676960890" sldId="260"/>
            <ac:spMk id="5" creationId="{6C1DB74E-DB71-7FA3-2F04-E45DA5FB4703}"/>
          </ac:spMkLst>
        </pc:spChg>
        <pc:spChg chg="add del">
          <ac:chgData name="José Moreira" userId="89a7a41d-884e-43a8-997a-1b16820e3dfb" providerId="ADAL" clId="{DC538B31-CBDE-4F8B-A416-53AEEC09C1DA}" dt="2026-08-11T20:58:36.652" v="494" actId="26606"/>
          <ac:spMkLst>
            <pc:docMk/>
            <pc:sldMk cId="1676960890" sldId="260"/>
            <ac:spMk id="8" creationId="{5F9CFCE6-877F-4858-B8BD-2C52CA8AFBC4}"/>
          </ac:spMkLst>
        </pc:spChg>
        <pc:spChg chg="add del">
          <ac:chgData name="José Moreira" userId="89a7a41d-884e-43a8-997a-1b16820e3dfb" providerId="ADAL" clId="{DC538B31-CBDE-4F8B-A416-53AEEC09C1DA}" dt="2026-08-11T20:58:36.652" v="494" actId="26606"/>
          <ac:spMkLst>
            <pc:docMk/>
            <pc:sldMk cId="1676960890" sldId="260"/>
            <ac:spMk id="10" creationId="{8213F8A0-12AE-4514-8372-0DD766EC28EE}"/>
          </ac:spMkLst>
        </pc:spChg>
        <pc:spChg chg="add del">
          <ac:chgData name="José Moreira" userId="89a7a41d-884e-43a8-997a-1b16820e3dfb" providerId="ADAL" clId="{DC538B31-CBDE-4F8B-A416-53AEEC09C1DA}" dt="2026-08-11T20:58:36.652" v="494" actId="26606"/>
          <ac:spMkLst>
            <pc:docMk/>
            <pc:sldMk cId="1676960890" sldId="260"/>
            <ac:spMk id="12" creationId="{9EFF17D4-9A8C-4CE5-B096-D8CCD4400437}"/>
          </ac:spMkLst>
        </pc:spChg>
        <pc:spChg chg="add del">
          <ac:chgData name="José Moreira" userId="89a7a41d-884e-43a8-997a-1b16820e3dfb" providerId="ADAL" clId="{DC538B31-CBDE-4F8B-A416-53AEEC09C1DA}" dt="2026-08-11T20:58:39.232" v="496" actId="26606"/>
          <ac:spMkLst>
            <pc:docMk/>
            <pc:sldMk cId="1676960890" sldId="260"/>
            <ac:spMk id="15" creationId="{69D184B2-2226-4E31-BCCB-444330767440}"/>
          </ac:spMkLst>
        </pc:spChg>
        <pc:spChg chg="add del">
          <ac:chgData name="José Moreira" userId="89a7a41d-884e-43a8-997a-1b16820e3dfb" providerId="ADAL" clId="{DC538B31-CBDE-4F8B-A416-53AEEC09C1DA}" dt="2026-08-11T20:58:39.232" v="496" actId="26606"/>
          <ac:spMkLst>
            <pc:docMk/>
            <pc:sldMk cId="1676960890" sldId="260"/>
            <ac:spMk id="16" creationId="{1AC4D4E3-486A-464A-8EC8-D44881097267}"/>
          </ac:spMkLst>
        </pc:spChg>
        <pc:spChg chg="add del">
          <ac:chgData name="José Moreira" userId="89a7a41d-884e-43a8-997a-1b16820e3dfb" providerId="ADAL" clId="{DC538B31-CBDE-4F8B-A416-53AEEC09C1DA}" dt="2026-08-11T20:58:39.232" v="496" actId="26606"/>
          <ac:spMkLst>
            <pc:docMk/>
            <pc:sldMk cId="1676960890" sldId="260"/>
            <ac:spMk id="17" creationId="{864DE13E-58EB-4475-B79C-0D4FC651239B}"/>
          </ac:spMkLst>
        </pc:spChg>
        <pc:spChg chg="add mod ord">
          <ac:chgData name="José Moreira" userId="89a7a41d-884e-43a8-997a-1b16820e3dfb" providerId="ADAL" clId="{DC538B31-CBDE-4F8B-A416-53AEEC09C1DA}" dt="2026-08-11T21:22:15.100" v="629" actId="164"/>
          <ac:spMkLst>
            <pc:docMk/>
            <pc:sldMk cId="1676960890" sldId="260"/>
            <ac:spMk id="18" creationId="{1FF552BC-4FCB-1569-4B9A-401E2DDA2EA4}"/>
          </ac:spMkLst>
        </pc:spChg>
        <pc:grpChg chg="add mod">
          <ac:chgData name="José Moreira" userId="89a7a41d-884e-43a8-997a-1b16820e3dfb" providerId="ADAL" clId="{DC538B31-CBDE-4F8B-A416-53AEEC09C1DA}" dt="2026-08-11T21:22:15.100" v="629" actId="164"/>
          <ac:grpSpMkLst>
            <pc:docMk/>
            <pc:sldMk cId="1676960890" sldId="260"/>
            <ac:grpSpMk id="13" creationId="{7A7AAF82-7AAB-15FC-55E6-C9AFC38CAA5C}"/>
          </ac:grpSpMkLst>
        </pc:grpChg>
        <pc:grpChg chg="add mod">
          <ac:chgData name="José Moreira" userId="89a7a41d-884e-43a8-997a-1b16820e3dfb" providerId="ADAL" clId="{DC538B31-CBDE-4F8B-A416-53AEEC09C1DA}" dt="2026-08-11T21:22:15.100" v="629" actId="164"/>
          <ac:grpSpMkLst>
            <pc:docMk/>
            <pc:sldMk cId="1676960890" sldId="260"/>
            <ac:grpSpMk id="29" creationId="{6BB0E808-173F-953E-D593-8AFA7D59210E}"/>
          </ac:grpSpMkLst>
        </pc:grpChg>
        <pc:picChg chg="add mod ord">
          <ac:chgData name="José Moreira" userId="89a7a41d-884e-43a8-997a-1b16820e3dfb" providerId="ADAL" clId="{DC538B31-CBDE-4F8B-A416-53AEEC09C1DA}" dt="2026-08-11T21:22:15.100" v="629" actId="164"/>
          <ac:picMkLst>
            <pc:docMk/>
            <pc:sldMk cId="1676960890" sldId="260"/>
            <ac:picMk id="2" creationId="{A934420F-E748-9D59-40C5-9F8CED62814D}"/>
          </ac:picMkLst>
        </pc:picChg>
        <pc:picChg chg="add mod">
          <ac:chgData name="José Moreira" userId="89a7a41d-884e-43a8-997a-1b16820e3dfb" providerId="ADAL" clId="{DC538B31-CBDE-4F8B-A416-53AEEC09C1DA}" dt="2026-08-11T21:22:15.100" v="629" actId="164"/>
          <ac:picMkLst>
            <pc:docMk/>
            <pc:sldMk cId="1676960890" sldId="260"/>
            <ac:picMk id="3" creationId="{FB7D15D4-4E74-25FD-3755-C24BEB1F62EF}"/>
          </ac:picMkLst>
        </pc:picChg>
        <pc:picChg chg="add mod">
          <ac:chgData name="José Moreira" userId="89a7a41d-884e-43a8-997a-1b16820e3dfb" providerId="ADAL" clId="{DC538B31-CBDE-4F8B-A416-53AEEC09C1DA}" dt="2026-08-11T21:17:06.392" v="593" actId="164"/>
          <ac:picMkLst>
            <pc:docMk/>
            <pc:sldMk cId="1676960890" sldId="260"/>
            <ac:picMk id="7" creationId="{2C8A9CE9-89E1-533B-B51D-D3B3E86701EB}"/>
          </ac:picMkLst>
        </pc:picChg>
        <pc:picChg chg="add mod">
          <ac:chgData name="José Moreira" userId="89a7a41d-884e-43a8-997a-1b16820e3dfb" providerId="ADAL" clId="{DC538B31-CBDE-4F8B-A416-53AEEC09C1DA}" dt="2026-08-11T21:17:06.392" v="593" actId="164"/>
          <ac:picMkLst>
            <pc:docMk/>
            <pc:sldMk cId="1676960890" sldId="260"/>
            <ac:picMk id="9" creationId="{386C9DB5-6D05-617A-2086-9DCE3443FFA4}"/>
          </ac:picMkLst>
        </pc:picChg>
        <pc:picChg chg="add mod">
          <ac:chgData name="José Moreira" userId="89a7a41d-884e-43a8-997a-1b16820e3dfb" providerId="ADAL" clId="{DC538B31-CBDE-4F8B-A416-53AEEC09C1DA}" dt="2026-08-11T21:17:06.392" v="593" actId="164"/>
          <ac:picMkLst>
            <pc:docMk/>
            <pc:sldMk cId="1676960890" sldId="260"/>
            <ac:picMk id="11" creationId="{D7858331-DEED-96AC-48E3-7FC9F39D5378}"/>
          </ac:picMkLst>
        </pc:picChg>
        <pc:cxnChg chg="add del">
          <ac:chgData name="José Moreira" userId="89a7a41d-884e-43a8-997a-1b16820e3dfb" providerId="ADAL" clId="{DC538B31-CBDE-4F8B-A416-53AEEC09C1DA}" dt="2026-08-11T20:58:39.232" v="496" actId="26606"/>
          <ac:cxnSpMkLst>
            <pc:docMk/>
            <pc:sldMk cId="1676960890" sldId="260"/>
            <ac:cxnSpMk id="14" creationId="{02E9B2EE-76CA-47F3-9977-3F2FCB7FD252}"/>
          </ac:cxnSpMkLst>
        </pc:cxnChg>
        <pc:cxnChg chg="add mod">
          <ac:chgData name="José Moreira" userId="89a7a41d-884e-43a8-997a-1b16820e3dfb" providerId="ADAL" clId="{DC538B31-CBDE-4F8B-A416-53AEEC09C1DA}" dt="2026-08-11T21:22:15.100" v="629" actId="164"/>
          <ac:cxnSpMkLst>
            <pc:docMk/>
            <pc:sldMk cId="1676960890" sldId="260"/>
            <ac:cxnSpMk id="20" creationId="{812BA641-CBAD-2743-E8A0-6EEE3B088E9B}"/>
          </ac:cxnSpMkLst>
        </pc:cxnChg>
        <pc:cxnChg chg="add mod">
          <ac:chgData name="José Moreira" userId="89a7a41d-884e-43a8-997a-1b16820e3dfb" providerId="ADAL" clId="{DC538B31-CBDE-4F8B-A416-53AEEC09C1DA}" dt="2026-08-11T21:22:15.100" v="629" actId="164"/>
          <ac:cxnSpMkLst>
            <pc:docMk/>
            <pc:sldMk cId="1676960890" sldId="260"/>
            <ac:cxnSpMk id="21" creationId="{DB86E2D3-B267-B5D9-6127-A40440BD15BD}"/>
          </ac:cxnSpMkLst>
        </pc:cxnChg>
        <pc:cxnChg chg="add mod">
          <ac:chgData name="José Moreira" userId="89a7a41d-884e-43a8-997a-1b16820e3dfb" providerId="ADAL" clId="{DC538B31-CBDE-4F8B-A416-53AEEC09C1DA}" dt="2026-08-11T21:22:15.100" v="629" actId="164"/>
          <ac:cxnSpMkLst>
            <pc:docMk/>
            <pc:sldMk cId="1676960890" sldId="260"/>
            <ac:cxnSpMk id="24" creationId="{86297FDF-2212-9DD7-B87E-3C9DA0BF2D8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9A76B-EBDC-79B4-8171-D092F2410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811504-B883-B261-BFFF-798AF498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F0486EB-4CBE-5F55-F19C-CF11E0A9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5518673-A615-AA83-70F3-80E1E0C5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8472AF0-EAE3-9EE1-10DF-6F2DE471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1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D2ED2-325E-6D1F-2FCB-F4773749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EE556AF-8A4E-74A4-0FC6-1DD778D4E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A94A18D-E548-DE90-9E1D-849434BE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35536EE-16E3-CBDE-F99E-AF46B5CB2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710C33D-A94A-B8A9-F6F5-05670DF6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5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52A97-1D02-FFF7-4741-EA6B78DA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083A5AF-EA6C-1697-C3F3-17B01A77C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9AD2D88-12BF-67D6-EE0F-B4CD4BB5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0A7DEDD-FAD1-CC9F-E5BF-C8137EDC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ED22461-5C76-376C-1ABE-C5A54CA7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5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6261D-B060-9217-08F8-90770D8E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DB60D63-2A22-A946-A894-DC7BFBF5F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FDF2B23-70AA-34EA-3781-24BB3E10A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2237348-D930-C073-D7FC-35CABEA6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0F0EF20-AC66-336B-BF66-84ACAC40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43EA6E4-0657-5C17-D6B3-D81EC00B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9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7AFEA-9058-3ACB-66C3-F52E0281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9140724-7DC1-F668-27A3-A97C3C8D4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18D2FCF-E9B2-10FB-9708-0E53C27FA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7797D66-A4B8-2A8C-8571-15492123B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6E4167B-6F78-5FCA-B3D2-32380A826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E48A1629-96D1-5D42-1AB8-21CD4102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F068ED99-6237-40DF-617A-C5CF26C2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5977886-ABF4-62DF-218D-355C956F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F71C6-662B-D44E-5D54-87F4B936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FABBD26-21BD-EAE3-7DB4-DC8F4D76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FE00254-14A0-679A-74C1-4ACE0B05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A00CB26-ACCC-81A8-6E19-99D870CD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5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7B47A79-74CF-27B5-DE54-6B388D3C7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80059A4-0E64-AD29-DC31-78E5493B2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B77D886-E832-1A5F-B030-391C9C92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6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1FC66-13BD-081F-BD02-23DB9408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FF57121-7F9C-4DD3-0E5B-8AD1F8101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87C7950-4D41-54EC-1978-E88B50A8F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108BD19-0BFA-27B5-9A2F-95223BDF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E5D8689-1993-9B45-9FA5-5AE6C761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21E056D-4581-F75B-CD64-B4AF0D799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9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350BD-0682-94FD-F7CB-6F4FCF63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A2AEEA3-612C-4001-3471-6DC011BC3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A97C2A3-071A-75F0-BA40-F915352EC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8863A00-D58F-FC21-30DD-E00F1DEF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DC4D3FA-F31F-E2F9-A15C-A8503CA0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E817000-6B43-C7A6-631D-E5344296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1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6CBD4-21E0-7CB2-F7B3-9287DAA8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9632C84-98C9-C319-86E0-CAEBCC1EB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01650FC-1558-2B0A-F910-85A92A26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3F099BA-6F86-AA76-6AC0-E9797FE8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26CACCC-CE03-2DFB-2B39-608BEC87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3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72812D-4A93-8B29-8E79-D01B15783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F3B651D-539E-C937-EF0A-E4B5C1CA8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915B22-3D8E-1E97-9955-05C55964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879C134-F450-AB05-9F26-7D265C3A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735F81D-4646-DB5E-2AF7-AE6ADFB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6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0CE127D-561E-C2C7-2AB1-D369F35C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14707CD-2ECF-589F-52A4-A70246185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891F199-0EF1-FD45-99EB-005AFF2D5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78D3E-D97F-4CDB-8AAE-9C065918088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D521A22-9D7D-FA39-43BD-D4F2FB209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3D99F18-160E-540C-3E01-649745288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A90A4-3B12-4061-B39F-538360FE33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1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DF0EA33B-DE1F-ED79-8EBA-33EC06EF927E}"/>
              </a:ext>
            </a:extLst>
          </p:cNvPr>
          <p:cNvGrpSpPr/>
          <p:nvPr/>
        </p:nvGrpSpPr>
        <p:grpSpPr>
          <a:xfrm>
            <a:off x="960120" y="1120140"/>
            <a:ext cx="9852660" cy="4819650"/>
            <a:chOff x="960120" y="1120140"/>
            <a:chExt cx="9852660" cy="4819650"/>
          </a:xfrm>
        </p:grpSpPr>
        <p:sp>
          <p:nvSpPr>
            <p:cNvPr id="2" name="Retângulo: Cantos Arredondados 1">
              <a:extLst>
                <a:ext uri="{FF2B5EF4-FFF2-40B4-BE49-F238E27FC236}">
                  <a16:creationId xmlns:a16="http://schemas.microsoft.com/office/drawing/2014/main" id="{2C74BCED-88B9-EEFD-DBDB-B89B4635A4DA}"/>
                </a:ext>
              </a:extLst>
            </p:cNvPr>
            <p:cNvSpPr/>
            <p:nvPr/>
          </p:nvSpPr>
          <p:spPr>
            <a:xfrm>
              <a:off x="960120" y="1120140"/>
              <a:ext cx="2651760" cy="720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Query</a:t>
              </a:r>
            </a:p>
          </p:txBody>
        </p: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53DE352F-B3D9-3A80-4D45-8433A0ACE79B}"/>
                </a:ext>
              </a:extLst>
            </p:cNvPr>
            <p:cNvSpPr/>
            <p:nvPr/>
          </p:nvSpPr>
          <p:spPr>
            <a:xfrm>
              <a:off x="960120" y="2145030"/>
              <a:ext cx="2651760" cy="720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Abstract Syntax Tree</a:t>
              </a: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D181CCDD-7CD9-69CD-075F-30EA21543355}"/>
                </a:ext>
              </a:extLst>
            </p:cNvPr>
            <p:cNvSpPr/>
            <p:nvPr/>
          </p:nvSpPr>
          <p:spPr>
            <a:xfrm>
              <a:off x="960120" y="3169920"/>
              <a:ext cx="2651760" cy="720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Abstract Syntax Tree with annotations</a:t>
              </a: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4ED68AE0-BEB6-0BA3-4024-AB7D6784CECD}"/>
                </a:ext>
              </a:extLst>
            </p:cNvPr>
            <p:cNvSpPr/>
            <p:nvPr/>
          </p:nvSpPr>
          <p:spPr>
            <a:xfrm>
              <a:off x="960120" y="4194810"/>
              <a:ext cx="2651760" cy="720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Annotated Query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51B7BC06-33C8-5C77-2A54-23B10797BF9A}"/>
                </a:ext>
              </a:extLst>
            </p:cNvPr>
            <p:cNvSpPr/>
            <p:nvPr/>
          </p:nvSpPr>
          <p:spPr>
            <a:xfrm>
              <a:off x="960120" y="5219700"/>
              <a:ext cx="2651760" cy="720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System Overview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BFF55227-A654-3209-DB1C-216108312D40}"/>
                </a:ext>
              </a:extLst>
            </p:cNvPr>
            <p:cNvSpPr/>
            <p:nvPr/>
          </p:nvSpPr>
          <p:spPr>
            <a:xfrm>
              <a:off x="3874770" y="1120140"/>
              <a:ext cx="6938010" cy="481965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image  or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1407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Agrupar 33">
            <a:extLst>
              <a:ext uri="{FF2B5EF4-FFF2-40B4-BE49-F238E27FC236}">
                <a16:creationId xmlns:a16="http://schemas.microsoft.com/office/drawing/2014/main" id="{5C780A4C-A961-51CA-62BB-DC38C52AC854}"/>
              </a:ext>
            </a:extLst>
          </p:cNvPr>
          <p:cNvGrpSpPr/>
          <p:nvPr/>
        </p:nvGrpSpPr>
        <p:grpSpPr>
          <a:xfrm>
            <a:off x="2292514" y="548212"/>
            <a:ext cx="6121810" cy="6030225"/>
            <a:chOff x="1105159" y="1039531"/>
            <a:chExt cx="6121810" cy="6030225"/>
          </a:xfrm>
        </p:grpSpPr>
        <p:sp>
          <p:nvSpPr>
            <p:cNvPr id="2" name="Retângulo: Cantos Arredondados 1">
              <a:extLst>
                <a:ext uri="{FF2B5EF4-FFF2-40B4-BE49-F238E27FC236}">
                  <a16:creationId xmlns:a16="http://schemas.microsoft.com/office/drawing/2014/main" id="{8FE8A459-629C-5C42-794D-C33FA5BE0B2F}"/>
                </a:ext>
              </a:extLst>
            </p:cNvPr>
            <p:cNvSpPr/>
            <p:nvPr/>
          </p:nvSpPr>
          <p:spPr>
            <a:xfrm>
              <a:off x="3821230" y="1039531"/>
              <a:ext cx="1857676" cy="41388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union all</a:t>
              </a:r>
            </a:p>
          </p:txBody>
        </p: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EFF3596A-7C0B-6ECC-0456-A7476DDB4B18}"/>
                </a:ext>
              </a:extLst>
            </p:cNvPr>
            <p:cNvSpPr/>
            <p:nvPr/>
          </p:nvSpPr>
          <p:spPr>
            <a:xfrm>
              <a:off x="2271562" y="3599687"/>
              <a:ext cx="1857676" cy="9160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project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EA.name AS Employee</a:t>
              </a:r>
            </a:p>
            <a:p>
              <a:pPr algn="ctr"/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T.name AS Action</a:t>
              </a:r>
            </a:p>
            <a:p>
              <a:pPr algn="ctr"/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T.hours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D09B7EEA-0434-078D-6DD1-677FACD6CD90}"/>
                </a:ext>
              </a:extLst>
            </p:cNvPr>
            <p:cNvSpPr/>
            <p:nvPr/>
          </p:nvSpPr>
          <p:spPr>
            <a:xfrm>
              <a:off x="5369293" y="2202583"/>
              <a:ext cx="1857676" cy="9160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project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ET.name</a:t>
              </a:r>
            </a:p>
            <a:p>
              <a:pPr algn="ctr"/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ET.training_program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ET.hours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6086E727-08A9-FC8A-62BD-C957814A1722}"/>
                </a:ext>
              </a:extLst>
            </p:cNvPr>
            <p:cNvSpPr/>
            <p:nvPr/>
          </p:nvSpPr>
          <p:spPr>
            <a:xfrm>
              <a:off x="2271419" y="5000324"/>
              <a:ext cx="1857676" cy="9160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join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ON </a:t>
              </a:r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T.actionId</a:t>
              </a: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= </a:t>
              </a:r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EA.actionId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3CA3E96-D832-E9A9-73F3-20A97057C6BF}"/>
                </a:ext>
              </a:extLst>
            </p:cNvPr>
            <p:cNvSpPr/>
            <p:nvPr/>
          </p:nvSpPr>
          <p:spPr>
            <a:xfrm>
              <a:off x="1105159" y="6655870"/>
              <a:ext cx="1857676" cy="41388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Training_actions</a:t>
              </a:r>
              <a:endPara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CE123D29-640B-36FC-128E-52551CC28E31}"/>
                </a:ext>
              </a:extLst>
            </p:cNvPr>
            <p:cNvSpPr/>
            <p:nvPr/>
          </p:nvSpPr>
          <p:spPr>
            <a:xfrm>
              <a:off x="3442492" y="6655870"/>
              <a:ext cx="2236413" cy="41388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Employees_training_actions</a:t>
              </a:r>
              <a:endPara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091BE13B-A2FC-081D-1183-826ABE1DD20F}"/>
                </a:ext>
              </a:extLst>
            </p:cNvPr>
            <p:cNvSpPr/>
            <p:nvPr/>
          </p:nvSpPr>
          <p:spPr>
            <a:xfrm>
              <a:off x="5369293" y="3599687"/>
              <a:ext cx="1857676" cy="41388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Employees_training</a:t>
              </a:r>
              <a:endPara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" name="Conexão reta 10">
              <a:extLst>
                <a:ext uri="{FF2B5EF4-FFF2-40B4-BE49-F238E27FC236}">
                  <a16:creationId xmlns:a16="http://schemas.microsoft.com/office/drawing/2014/main" id="{BA62030C-7607-4521-07B8-0AEBE8085E7F}"/>
                </a:ext>
              </a:extLst>
            </p:cNvPr>
            <p:cNvCxnSpPr>
              <a:stCxn id="3" idx="2"/>
              <a:endCxn id="6" idx="0"/>
            </p:cNvCxnSpPr>
            <p:nvPr/>
          </p:nvCxnSpPr>
          <p:spPr>
            <a:xfrm flipH="1">
              <a:off x="3200257" y="4515691"/>
              <a:ext cx="143" cy="48463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xão reta 11">
              <a:extLst>
                <a:ext uri="{FF2B5EF4-FFF2-40B4-BE49-F238E27FC236}">
                  <a16:creationId xmlns:a16="http://schemas.microsoft.com/office/drawing/2014/main" id="{A65B3ABC-6460-23DA-DBE5-74E3AEE47738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6298131" y="3118587"/>
              <a:ext cx="3208" cy="739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D5DF6244-D710-C480-0319-4F7F987289DE}"/>
                </a:ext>
              </a:extLst>
            </p:cNvPr>
            <p:cNvGrpSpPr/>
            <p:nvPr/>
          </p:nvGrpSpPr>
          <p:grpSpPr>
            <a:xfrm>
              <a:off x="3200400" y="1453417"/>
              <a:ext cx="3097731" cy="749166"/>
              <a:chOff x="3200400" y="1453417"/>
              <a:chExt cx="3097731" cy="749166"/>
            </a:xfrm>
          </p:grpSpPr>
          <p:cxnSp>
            <p:nvCxnSpPr>
              <p:cNvPr id="14" name="Conexão reta 13">
                <a:extLst>
                  <a:ext uri="{FF2B5EF4-FFF2-40B4-BE49-F238E27FC236}">
                    <a16:creationId xmlns:a16="http://schemas.microsoft.com/office/drawing/2014/main" id="{7102EFF0-D76A-E9C5-F9F8-D7E95C06257A}"/>
                  </a:ext>
                </a:extLst>
              </p:cNvPr>
              <p:cNvCxnSpPr>
                <a:cxnSpLocks/>
                <a:endCxn id="5" idx="0"/>
              </p:cNvCxnSpPr>
              <p:nvPr/>
            </p:nvCxnSpPr>
            <p:spPr>
              <a:xfrm>
                <a:off x="6298131" y="1857676"/>
                <a:ext cx="0" cy="34490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xão reta 16">
                <a:extLst>
                  <a:ext uri="{FF2B5EF4-FFF2-40B4-BE49-F238E27FC236}">
                    <a16:creationId xmlns:a16="http://schemas.microsoft.com/office/drawing/2014/main" id="{4C987F3C-CB2D-CC5D-E9D3-08C2ACB36F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0" cy="34490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xão reta 17">
                <a:extLst>
                  <a:ext uri="{FF2B5EF4-FFF2-40B4-BE49-F238E27FC236}">
                    <a16:creationId xmlns:a16="http://schemas.microsoft.com/office/drawing/2014/main" id="{9AE2C2F6-F416-9741-5863-F969FC0962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309773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xão reta 18">
                <a:extLst>
                  <a:ext uri="{FF2B5EF4-FFF2-40B4-BE49-F238E27FC236}">
                    <a16:creationId xmlns:a16="http://schemas.microsoft.com/office/drawing/2014/main" id="{3C820F8F-650D-875E-18E7-EDDF387633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8089" y="1453417"/>
                <a:ext cx="0" cy="40425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041EEDE4-8A40-A40F-7F6F-585202FD6DAE}"/>
                </a:ext>
              </a:extLst>
            </p:cNvPr>
            <p:cNvGrpSpPr/>
            <p:nvPr/>
          </p:nvGrpSpPr>
          <p:grpSpPr>
            <a:xfrm>
              <a:off x="2011540" y="5911516"/>
              <a:ext cx="2495512" cy="749166"/>
              <a:chOff x="3200400" y="1453417"/>
              <a:chExt cx="3374555" cy="749166"/>
            </a:xfrm>
          </p:grpSpPr>
          <p:cxnSp>
            <p:nvCxnSpPr>
              <p:cNvPr id="25" name="Conexão reta 24">
                <a:extLst>
                  <a:ext uri="{FF2B5EF4-FFF2-40B4-BE49-F238E27FC236}">
                    <a16:creationId xmlns:a16="http://schemas.microsoft.com/office/drawing/2014/main" id="{169D8414-6671-2EF6-BBC0-35D2BFAC4A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4955" y="1857676"/>
                <a:ext cx="0" cy="34490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xão reta 25">
                <a:extLst>
                  <a:ext uri="{FF2B5EF4-FFF2-40B4-BE49-F238E27FC236}">
                    <a16:creationId xmlns:a16="http://schemas.microsoft.com/office/drawing/2014/main" id="{486150CD-F99A-BB62-148A-45FCFF940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0" cy="34490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xão reta 26">
                <a:extLst>
                  <a:ext uri="{FF2B5EF4-FFF2-40B4-BE49-F238E27FC236}">
                    <a16:creationId xmlns:a16="http://schemas.microsoft.com/office/drawing/2014/main" id="{6AF0D247-642D-E38E-E3CC-B06470A834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3374555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xão reta 27">
                <a:extLst>
                  <a:ext uri="{FF2B5EF4-FFF2-40B4-BE49-F238E27FC236}">
                    <a16:creationId xmlns:a16="http://schemas.microsoft.com/office/drawing/2014/main" id="{F0EB3A55-6E83-8173-6D95-A1B8FABD4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8089" y="1453417"/>
                <a:ext cx="0" cy="40425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CD27BFC1-DD19-0FB3-3737-D48FA1F5ED22}"/>
                </a:ext>
              </a:extLst>
            </p:cNvPr>
            <p:cNvSpPr/>
            <p:nvPr/>
          </p:nvSpPr>
          <p:spPr>
            <a:xfrm>
              <a:off x="2271419" y="2192959"/>
              <a:ext cx="1857676" cy="9160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aggregation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SUM(</a:t>
              </a:r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T.hours</a:t>
              </a: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AS hours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GROUP BY EA.name</a:t>
              </a:r>
            </a:p>
          </p:txBody>
        </p:sp>
        <p:cxnSp>
          <p:nvCxnSpPr>
            <p:cNvPr id="31" name="Conexão reta 30">
              <a:extLst>
                <a:ext uri="{FF2B5EF4-FFF2-40B4-BE49-F238E27FC236}">
                  <a16:creationId xmlns:a16="http://schemas.microsoft.com/office/drawing/2014/main" id="{F4E26DC7-11D8-5BFE-BD3E-12DF703BCDDD}"/>
                </a:ext>
              </a:extLst>
            </p:cNvPr>
            <p:cNvCxnSpPr>
              <a:stCxn id="30" idx="2"/>
            </p:cNvCxnSpPr>
            <p:nvPr/>
          </p:nvCxnSpPr>
          <p:spPr>
            <a:xfrm>
              <a:off x="3200257" y="3108963"/>
              <a:ext cx="0" cy="739542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8372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8E33-C63A-EA84-D4EE-61395BFD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id="{954D1D7E-5066-6D8F-AD27-880E7866EF25}"/>
              </a:ext>
            </a:extLst>
          </p:cNvPr>
          <p:cNvGrpSpPr/>
          <p:nvPr/>
        </p:nvGrpSpPr>
        <p:grpSpPr>
          <a:xfrm>
            <a:off x="1036777" y="752928"/>
            <a:ext cx="6121953" cy="7130382"/>
            <a:chOff x="1105016" y="1039531"/>
            <a:chExt cx="6121953" cy="7130382"/>
          </a:xfrm>
        </p:grpSpPr>
        <p:sp>
          <p:nvSpPr>
            <p:cNvPr id="2" name="Retângulo: Cantos Arredondados 1">
              <a:extLst>
                <a:ext uri="{FF2B5EF4-FFF2-40B4-BE49-F238E27FC236}">
                  <a16:creationId xmlns:a16="http://schemas.microsoft.com/office/drawing/2014/main" id="{4EAB7D39-964A-1455-EFF8-06BB7FCBDA45}"/>
                </a:ext>
              </a:extLst>
            </p:cNvPr>
            <p:cNvSpPr/>
            <p:nvPr/>
          </p:nvSpPr>
          <p:spPr>
            <a:xfrm>
              <a:off x="3821230" y="1039531"/>
              <a:ext cx="1857676" cy="41388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union all</a:t>
              </a:r>
            </a:p>
          </p:txBody>
        </p: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E3B559BA-5870-29C9-2BF0-E690AC823EE0}"/>
                </a:ext>
              </a:extLst>
            </p:cNvPr>
            <p:cNvSpPr/>
            <p:nvPr/>
          </p:nvSpPr>
          <p:spPr>
            <a:xfrm>
              <a:off x="2271419" y="4230137"/>
              <a:ext cx="1857676" cy="132442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project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EA.name AS Employee</a:t>
              </a:r>
            </a:p>
            <a:p>
              <a:pPr algn="ctr"/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T.name AS Action</a:t>
              </a:r>
            </a:p>
            <a:p>
              <a:pPr algn="ctr"/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T.hours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E80F2BE0-EB30-D423-9198-AA2021FB72BF}"/>
                </a:ext>
              </a:extLst>
            </p:cNvPr>
            <p:cNvSpPr/>
            <p:nvPr/>
          </p:nvSpPr>
          <p:spPr>
            <a:xfrm>
              <a:off x="5369293" y="2202582"/>
              <a:ext cx="1857676" cy="15464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project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ET.name</a:t>
              </a:r>
            </a:p>
            <a:p>
              <a:pPr algn="ctr"/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ET.training_program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ET.hours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54D2FAA4-2DC9-D5F5-F9D9-B43502FA4307}"/>
                </a:ext>
              </a:extLst>
            </p:cNvPr>
            <p:cNvSpPr/>
            <p:nvPr/>
          </p:nvSpPr>
          <p:spPr>
            <a:xfrm>
              <a:off x="2271276" y="6100481"/>
              <a:ext cx="1857676" cy="9160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join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ON </a:t>
              </a:r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T.actionId</a:t>
              </a: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= </a:t>
              </a:r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EA.actionId</a:t>
              </a:r>
              <a:endParaRPr 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08CF3EA4-1ACE-54B9-2EF5-8510E997256A}"/>
                </a:ext>
              </a:extLst>
            </p:cNvPr>
            <p:cNvSpPr/>
            <p:nvPr/>
          </p:nvSpPr>
          <p:spPr>
            <a:xfrm>
              <a:off x="1105016" y="7756027"/>
              <a:ext cx="1857676" cy="41388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Training_actions</a:t>
              </a:r>
              <a:endPara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D3A2CC1E-9AD3-A1F7-1200-04C97EBDBFEB}"/>
                </a:ext>
              </a:extLst>
            </p:cNvPr>
            <p:cNvSpPr/>
            <p:nvPr/>
          </p:nvSpPr>
          <p:spPr>
            <a:xfrm>
              <a:off x="3442350" y="7756027"/>
              <a:ext cx="2290796" cy="41388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Employees_training_actions</a:t>
              </a:r>
              <a:endPara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AD33521-8AAE-4B7D-1C54-0ED2995DD331}"/>
                </a:ext>
              </a:extLst>
            </p:cNvPr>
            <p:cNvSpPr/>
            <p:nvPr/>
          </p:nvSpPr>
          <p:spPr>
            <a:xfrm>
              <a:off x="5369150" y="4230138"/>
              <a:ext cx="1857676" cy="41388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Employees_training</a:t>
              </a:r>
              <a:endPara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1" name="Conexão reta 10">
              <a:extLst>
                <a:ext uri="{FF2B5EF4-FFF2-40B4-BE49-F238E27FC236}">
                  <a16:creationId xmlns:a16="http://schemas.microsoft.com/office/drawing/2014/main" id="{EF92F302-EFBA-D6BF-6F20-A3604ECA4E82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3200114" y="5615848"/>
              <a:ext cx="143" cy="48463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xão reta 11">
              <a:extLst>
                <a:ext uri="{FF2B5EF4-FFF2-40B4-BE49-F238E27FC236}">
                  <a16:creationId xmlns:a16="http://schemas.microsoft.com/office/drawing/2014/main" id="{261EB20B-342F-4B13-0453-DEEE57843732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6297988" y="3749038"/>
              <a:ext cx="0" cy="4811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C270607F-3FB7-5A92-63BB-C64E32084A2F}"/>
                </a:ext>
              </a:extLst>
            </p:cNvPr>
            <p:cNvGrpSpPr/>
            <p:nvPr/>
          </p:nvGrpSpPr>
          <p:grpSpPr>
            <a:xfrm>
              <a:off x="3200400" y="1453417"/>
              <a:ext cx="3097731" cy="749166"/>
              <a:chOff x="3200400" y="1453417"/>
              <a:chExt cx="3097731" cy="749166"/>
            </a:xfrm>
          </p:grpSpPr>
          <p:cxnSp>
            <p:nvCxnSpPr>
              <p:cNvPr id="14" name="Conexão reta 13">
                <a:extLst>
                  <a:ext uri="{FF2B5EF4-FFF2-40B4-BE49-F238E27FC236}">
                    <a16:creationId xmlns:a16="http://schemas.microsoft.com/office/drawing/2014/main" id="{AAA5E75C-AA29-6772-278A-E18147900EFE}"/>
                  </a:ext>
                </a:extLst>
              </p:cNvPr>
              <p:cNvCxnSpPr>
                <a:cxnSpLocks/>
                <a:endCxn id="5" idx="0"/>
              </p:cNvCxnSpPr>
              <p:nvPr/>
            </p:nvCxnSpPr>
            <p:spPr>
              <a:xfrm>
                <a:off x="6298131" y="1857676"/>
                <a:ext cx="0" cy="344906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xão reta 16">
                <a:extLst>
                  <a:ext uri="{FF2B5EF4-FFF2-40B4-BE49-F238E27FC236}">
                    <a16:creationId xmlns:a16="http://schemas.microsoft.com/office/drawing/2014/main" id="{796F6FF5-D6AB-54FB-3B0B-EF60C27A58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0" cy="34490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xão reta 17">
                <a:extLst>
                  <a:ext uri="{FF2B5EF4-FFF2-40B4-BE49-F238E27FC236}">
                    <a16:creationId xmlns:a16="http://schemas.microsoft.com/office/drawing/2014/main" id="{D94E9337-B24D-C682-840E-B2C722F5B1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309773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xão reta 18">
                <a:extLst>
                  <a:ext uri="{FF2B5EF4-FFF2-40B4-BE49-F238E27FC236}">
                    <a16:creationId xmlns:a16="http://schemas.microsoft.com/office/drawing/2014/main" id="{6991869A-1FDB-F870-2BCB-1493CD1CFD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8089" y="1453417"/>
                <a:ext cx="0" cy="40425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CE9AEF57-5555-D507-7A62-893A48B974B7}"/>
                </a:ext>
              </a:extLst>
            </p:cNvPr>
            <p:cNvGrpSpPr/>
            <p:nvPr/>
          </p:nvGrpSpPr>
          <p:grpSpPr>
            <a:xfrm>
              <a:off x="2011397" y="7011673"/>
              <a:ext cx="2481869" cy="749166"/>
              <a:chOff x="3200400" y="1453417"/>
              <a:chExt cx="3356115" cy="749166"/>
            </a:xfrm>
          </p:grpSpPr>
          <p:cxnSp>
            <p:nvCxnSpPr>
              <p:cNvPr id="25" name="Conexão reta 24">
                <a:extLst>
                  <a:ext uri="{FF2B5EF4-FFF2-40B4-BE49-F238E27FC236}">
                    <a16:creationId xmlns:a16="http://schemas.microsoft.com/office/drawing/2014/main" id="{C50A4CBE-0934-474F-CE8E-CC5D7905AD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56515" y="1857676"/>
                <a:ext cx="0" cy="34490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xão reta 25">
                <a:extLst>
                  <a:ext uri="{FF2B5EF4-FFF2-40B4-BE49-F238E27FC236}">
                    <a16:creationId xmlns:a16="http://schemas.microsoft.com/office/drawing/2014/main" id="{0883BA54-DA1F-C6B7-86B3-B599379DE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0" cy="344907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xão reta 26">
                <a:extLst>
                  <a:ext uri="{FF2B5EF4-FFF2-40B4-BE49-F238E27FC236}">
                    <a16:creationId xmlns:a16="http://schemas.microsoft.com/office/drawing/2014/main" id="{915F994C-8241-0AC7-1E45-3A1F20A6EF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0400" y="1857676"/>
                <a:ext cx="3356115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xão reta 27">
                <a:extLst>
                  <a:ext uri="{FF2B5EF4-FFF2-40B4-BE49-F238E27FC236}">
                    <a16:creationId xmlns:a16="http://schemas.microsoft.com/office/drawing/2014/main" id="{24274576-FF48-214F-B1DF-A7B9250CE8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8089" y="1453417"/>
                <a:ext cx="0" cy="40425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44B8DBF4-AE08-6202-C7BC-CED1EEDD0506}"/>
                </a:ext>
              </a:extLst>
            </p:cNvPr>
            <p:cNvSpPr/>
            <p:nvPr/>
          </p:nvSpPr>
          <p:spPr>
            <a:xfrm>
              <a:off x="2271419" y="2192958"/>
              <a:ext cx="1857676" cy="15464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aggregation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SUM(</a:t>
              </a:r>
              <a:r>
                <a:rPr lang="en-US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T.hours</a:t>
              </a: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AS hours</a:t>
              </a:r>
            </a:p>
            <a:p>
              <a:pPr algn="ctr">
                <a:spcBef>
                  <a:spcPts val="600"/>
                </a:spcBef>
              </a:pPr>
              <a:r>
                <a: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GROUP BY EA.name</a:t>
              </a:r>
            </a:p>
          </p:txBody>
        </p:sp>
        <p:cxnSp>
          <p:nvCxnSpPr>
            <p:cNvPr id="31" name="Conexão reta 30">
              <a:extLst>
                <a:ext uri="{FF2B5EF4-FFF2-40B4-BE49-F238E27FC236}">
                  <a16:creationId xmlns:a16="http://schemas.microsoft.com/office/drawing/2014/main" id="{93576BBE-5B04-F3DB-9189-D15264F918F3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>
              <a:off x="3200114" y="3739414"/>
              <a:ext cx="143" cy="49072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77CE5E0A-F48E-A30F-8B05-A8D872C3467D}"/>
                </a:ext>
              </a:extLst>
            </p:cNvPr>
            <p:cNvSpPr/>
            <p:nvPr/>
          </p:nvSpPr>
          <p:spPr>
            <a:xfrm>
              <a:off x="2374711" y="5155068"/>
              <a:ext cx="1651380" cy="31997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EA.prov</a:t>
              </a:r>
              <a:r>
                <a:rPr lang="en-US" sz="105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050" dirty="0">
                  <a:solidFill>
                    <a:schemeClr val="tx2">
                      <a:lumMod val="75000"/>
                      <a:lumOff val="25000"/>
                    </a:schemeClr>
                  </a:solidFill>
                  <a:sym typeface="Symbol" panose="05050102010706020507" pitchFamily="18" charset="2"/>
                </a:rPr>
                <a:t> </a:t>
              </a:r>
              <a:r>
                <a:rPr lang="en-US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  <a:sym typeface="Symbol" panose="05050102010706020507" pitchFamily="18" charset="2"/>
                </a:rPr>
                <a:t>T.prov</a:t>
              </a:r>
              <a:r>
                <a:rPr lang="en-US" sz="1050" dirty="0">
                  <a:solidFill>
                    <a:schemeClr val="tx2">
                      <a:lumMod val="75000"/>
                      <a:lumOff val="25000"/>
                    </a:schemeClr>
                  </a:solidFill>
                  <a:sym typeface="Symbol" panose="05050102010706020507" pitchFamily="18" charset="2"/>
                </a:rPr>
                <a:t> AS prov</a:t>
              </a:r>
              <a:endParaRPr lang="en-US" sz="105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ACA2C579-A062-8F2A-1C44-B607AACEF2E9}"/>
                </a:ext>
              </a:extLst>
            </p:cNvPr>
            <p:cNvSpPr/>
            <p:nvPr/>
          </p:nvSpPr>
          <p:spPr>
            <a:xfrm>
              <a:off x="5468408" y="3180372"/>
              <a:ext cx="1651380" cy="34490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ET.prov</a:t>
              </a:r>
              <a:endParaRPr lang="en-US" sz="105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0483FC0-AC76-CEA8-DE61-1F22B6D58590}"/>
                </a:ext>
              </a:extLst>
            </p:cNvPr>
            <p:cNvSpPr/>
            <p:nvPr/>
          </p:nvSpPr>
          <p:spPr>
            <a:xfrm>
              <a:off x="1487320" y="3139428"/>
              <a:ext cx="3425588" cy="43617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pt-PT" sz="105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'(' || STRING_AGG(</a:t>
              </a:r>
              <a:r>
                <a:rPr lang="pt-PT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EA.prov</a:t>
              </a:r>
              <a:r>
                <a:rPr lang="pt-PT" sz="105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|| ' · ' || </a:t>
              </a:r>
              <a:r>
                <a:rPr lang="pt-PT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T.prov</a:t>
              </a:r>
              <a:r>
                <a:rPr lang="pt-PT" sz="105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|| ' ⊗ ' || </a:t>
              </a:r>
              <a:r>
                <a:rPr lang="pt-PT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hours</a:t>
              </a:r>
              <a:r>
                <a:rPr lang="pt-PT" sz="105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, '  +  '  ORDER BY </a:t>
              </a:r>
              <a:r>
                <a:rPr lang="pt-PT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EA.prov</a:t>
              </a:r>
              <a:r>
                <a:rPr lang="pt-PT" sz="105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pt-PT" sz="105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T.prov</a:t>
              </a:r>
              <a:r>
                <a:rPr lang="pt-PT" sz="105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4498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BB0E808-173F-953E-D593-8AFA7D59210E}"/>
              </a:ext>
            </a:extLst>
          </p:cNvPr>
          <p:cNvGrpSpPr/>
          <p:nvPr/>
        </p:nvGrpSpPr>
        <p:grpSpPr>
          <a:xfrm>
            <a:off x="1065984" y="866631"/>
            <a:ext cx="5319708" cy="6304643"/>
            <a:chOff x="1065984" y="866631"/>
            <a:chExt cx="5319708" cy="6304643"/>
          </a:xfrm>
        </p:grpSpPr>
        <p:sp>
          <p:nvSpPr>
            <p:cNvPr id="18" name="Trapézio 17">
              <a:extLst>
                <a:ext uri="{FF2B5EF4-FFF2-40B4-BE49-F238E27FC236}">
                  <a16:creationId xmlns:a16="http://schemas.microsoft.com/office/drawing/2014/main" id="{1FF552BC-4FCB-1569-4B9A-401E2DDA2EA4}"/>
                </a:ext>
              </a:extLst>
            </p:cNvPr>
            <p:cNvSpPr/>
            <p:nvPr/>
          </p:nvSpPr>
          <p:spPr>
            <a:xfrm>
              <a:off x="1569493" y="5182007"/>
              <a:ext cx="4258101" cy="1064525"/>
            </a:xfrm>
            <a:prstGeom prst="trapezoid">
              <a:avLst>
                <a:gd name="adj" fmla="val 21414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6C1DB74E-DB71-7FA3-2F04-E45DA5FB4703}"/>
                </a:ext>
              </a:extLst>
            </p:cNvPr>
            <p:cNvSpPr/>
            <p:nvPr/>
          </p:nvSpPr>
          <p:spPr>
            <a:xfrm>
              <a:off x="2702256" y="4389460"/>
              <a:ext cx="1978926" cy="8871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Distributed Query Engine</a:t>
              </a:r>
            </a:p>
          </p:txBody>
        </p:sp>
        <p:pic>
          <p:nvPicPr>
            <p:cNvPr id="2" name="Imagem 1" descr="1,000+ Free User &amp; Avatar Images - Pixabay">
              <a:extLst>
                <a:ext uri="{FF2B5EF4-FFF2-40B4-BE49-F238E27FC236}">
                  <a16:creationId xmlns:a16="http://schemas.microsoft.com/office/drawing/2014/main" id="{A934420F-E748-9D59-40C5-9F8CED628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1751" y="929250"/>
              <a:ext cx="1064525" cy="1001906"/>
            </a:xfrm>
            <a:prstGeom prst="rect">
              <a:avLst/>
            </a:prstGeom>
          </p:spPr>
        </p:pic>
        <p:pic>
          <p:nvPicPr>
            <p:cNvPr id="3" name="Imagem 2" descr="Sistema - ícones de computador grátis">
              <a:extLst>
                <a:ext uri="{FF2B5EF4-FFF2-40B4-BE49-F238E27FC236}">
                  <a16:creationId xmlns:a16="http://schemas.microsoft.com/office/drawing/2014/main" id="{FB7D15D4-4E74-25FD-3755-C24BEB1F6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3640" y="866631"/>
              <a:ext cx="1064525" cy="1064525"/>
            </a:xfrm>
            <a:prstGeom prst="rect">
              <a:avLst/>
            </a:prstGeom>
          </p:spPr>
        </p:pic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BD4507A6-3487-563C-A391-EABB3267B46D}"/>
                </a:ext>
              </a:extLst>
            </p:cNvPr>
            <p:cNvSpPr/>
            <p:nvPr/>
          </p:nvSpPr>
          <p:spPr>
            <a:xfrm>
              <a:off x="2702256" y="2719316"/>
              <a:ext cx="1978926" cy="88710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Provenance Annotator</a:t>
              </a:r>
            </a:p>
          </p:txBody>
        </p: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A7AAF82-7AAB-15FC-55E6-C9AFC38CAA5C}"/>
                </a:ext>
              </a:extLst>
            </p:cNvPr>
            <p:cNvGrpSpPr/>
            <p:nvPr/>
          </p:nvGrpSpPr>
          <p:grpSpPr>
            <a:xfrm>
              <a:off x="1065984" y="6250674"/>
              <a:ext cx="5319708" cy="920600"/>
              <a:chOff x="385056" y="6141492"/>
              <a:chExt cx="6782294" cy="1173707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2C8A9CE9-89E1-533B-B51D-D3B3E8670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6406" y="6141492"/>
                <a:ext cx="4639594" cy="1173707"/>
              </a:xfrm>
              <a:prstGeom prst="rect">
                <a:avLst/>
              </a:prstGeom>
            </p:spPr>
          </p:pic>
          <p:pic>
            <p:nvPicPr>
              <p:cNvPr id="9" name="Imagem 8" descr="sample json file download">
                <a:extLst>
                  <a:ext uri="{FF2B5EF4-FFF2-40B4-BE49-F238E27FC236}">
                    <a16:creationId xmlns:a16="http://schemas.microsoft.com/office/drawing/2014/main" id="{386C9DB5-6D05-617A-2086-9DCE3443F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6000" y="6243849"/>
                <a:ext cx="1071350" cy="1071350"/>
              </a:xfrm>
              <a:prstGeom prst="rect">
                <a:avLst/>
              </a:prstGeom>
            </p:spPr>
          </p:pic>
          <p:pic>
            <p:nvPicPr>
              <p:cNvPr id="11" name="Imagem 10" descr="Api Icons and Symbols - Download Free PNG &amp; SVG">
                <a:extLst>
                  <a:ext uri="{FF2B5EF4-FFF2-40B4-BE49-F238E27FC236}">
                    <a16:creationId xmlns:a16="http://schemas.microsoft.com/office/drawing/2014/main" id="{D7858331-DEED-96AC-48E3-7FC9F39D53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056" y="6243849"/>
                <a:ext cx="1071350" cy="1071350"/>
              </a:xfrm>
              <a:prstGeom prst="rect">
                <a:avLst/>
              </a:prstGeom>
            </p:spPr>
          </p:pic>
        </p:grpSp>
        <p:cxnSp>
          <p:nvCxnSpPr>
            <p:cNvPr id="20" name="Conexão reta unidirecional 19">
              <a:extLst>
                <a:ext uri="{FF2B5EF4-FFF2-40B4-BE49-F238E27FC236}">
                  <a16:creationId xmlns:a16="http://schemas.microsoft.com/office/drawing/2014/main" id="{812BA641-CBAD-2743-E8A0-6EEE3B088E9B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3691719" y="3606420"/>
              <a:ext cx="0" cy="78304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xão reta unidirecional 20">
              <a:extLst>
                <a:ext uri="{FF2B5EF4-FFF2-40B4-BE49-F238E27FC236}">
                  <a16:creationId xmlns:a16="http://schemas.microsoft.com/office/drawing/2014/main" id="{DB86E2D3-B267-B5D9-6127-A40440BD15BD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flipH="1">
              <a:off x="3828198" y="1931156"/>
              <a:ext cx="975816" cy="78304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xão reta unidirecional 23">
              <a:extLst>
                <a:ext uri="{FF2B5EF4-FFF2-40B4-BE49-F238E27FC236}">
                  <a16:creationId xmlns:a16="http://schemas.microsoft.com/office/drawing/2014/main" id="{86297FDF-2212-9DD7-B87E-3C9DA0BF2D8E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>
              <a:off x="2715903" y="1931156"/>
              <a:ext cx="846163" cy="78304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69608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194</Words>
  <Application>Microsoft Office PowerPoint</Application>
  <PresentationFormat>Ecrã Panorâmico</PresentationFormat>
  <Paragraphs>45</Paragraphs>
  <Slides>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Symbol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Moreira</dc:creator>
  <cp:lastModifiedBy>José Moreira</cp:lastModifiedBy>
  <cp:revision>1</cp:revision>
  <dcterms:created xsi:type="dcterms:W3CDTF">2026-08-11T18:16:23Z</dcterms:created>
  <dcterms:modified xsi:type="dcterms:W3CDTF">2026-08-11T21:22:23Z</dcterms:modified>
</cp:coreProperties>
</file>